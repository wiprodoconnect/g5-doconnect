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  <p:sldId id="264" r:id="rId9"/>
    <p:sldId id="298" r:id="rId10"/>
    <p:sldId id="299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84" r:id="rId22"/>
    <p:sldId id="285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300" r:id="rId34"/>
    <p:sldId id="297" r:id="rId3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9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77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9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0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3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20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47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35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3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8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42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02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02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53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9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977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376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0077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1095" y="258267"/>
            <a:ext cx="10909808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62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67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5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19600" y="2667000"/>
            <a:ext cx="6324599" cy="84574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563880" marR="5080" indent="-551815">
              <a:lnSpc>
                <a:spcPts val="5510"/>
              </a:lnSpc>
              <a:spcBef>
                <a:spcPts val="1095"/>
              </a:spcBef>
            </a:pPr>
            <a:r>
              <a:rPr lang="en-US" sz="5400" b="1" dirty="0" err="1">
                <a:solidFill>
                  <a:srgbClr val="212E51"/>
                </a:solidFill>
                <a:latin typeface="Arial"/>
                <a:cs typeface="Arial"/>
              </a:rPr>
              <a:t>DoConnect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8200" y="3962400"/>
            <a:ext cx="2717800" cy="1042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212E51"/>
                </a:solidFill>
                <a:latin typeface="Arial MT"/>
                <a:cs typeface="Arial MT"/>
              </a:rPr>
              <a:t>Capstone</a:t>
            </a:r>
            <a:r>
              <a:rPr sz="2800" spc="-65" dirty="0">
                <a:solidFill>
                  <a:srgbClr val="212E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12E51"/>
                </a:solidFill>
                <a:latin typeface="Arial MT"/>
                <a:cs typeface="Arial MT"/>
              </a:rPr>
              <a:t>project</a:t>
            </a:r>
            <a:endParaRPr sz="2800" dirty="0">
              <a:latin typeface="Arial MT"/>
              <a:cs typeface="Arial MT"/>
            </a:endParaRPr>
          </a:p>
          <a:p>
            <a:pPr marL="5080" algn="ctr">
              <a:lnSpc>
                <a:spcPct val="100000"/>
              </a:lnSpc>
              <a:spcBef>
                <a:spcPts val="1770"/>
              </a:spcBef>
            </a:pPr>
            <a:r>
              <a:rPr sz="2400" spc="-5" dirty="0">
                <a:solidFill>
                  <a:srgbClr val="212E51"/>
                </a:solidFill>
                <a:latin typeface="Arial MT"/>
                <a:cs typeface="Arial MT"/>
              </a:rPr>
              <a:t>C1</a:t>
            </a:r>
            <a:r>
              <a:rPr sz="2400" spc="-25" dirty="0">
                <a:solidFill>
                  <a:srgbClr val="212E5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12E51"/>
                </a:solidFill>
                <a:latin typeface="Arial MT"/>
                <a:cs typeface="Arial MT"/>
              </a:rPr>
              <a:t>–</a:t>
            </a:r>
            <a:r>
              <a:rPr sz="2400" spc="-25" dirty="0">
                <a:solidFill>
                  <a:srgbClr val="212E5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12E51"/>
                </a:solidFill>
                <a:latin typeface="Arial MT"/>
                <a:cs typeface="Arial MT"/>
              </a:rPr>
              <a:t>G</a:t>
            </a:r>
            <a:r>
              <a:rPr lang="en-US" sz="2400" dirty="0">
                <a:solidFill>
                  <a:srgbClr val="212E51"/>
                </a:solidFill>
                <a:latin typeface="Arial MT"/>
                <a:cs typeface="Arial MT"/>
              </a:rPr>
              <a:t>5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66800" y="990600"/>
            <a:ext cx="9601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212E51"/>
                </a:solidFill>
              </a:rPr>
              <a:t>   </a:t>
            </a:r>
            <a:r>
              <a:rPr lang="en-US" sz="5400" dirty="0" err="1">
                <a:solidFill>
                  <a:srgbClr val="212E51"/>
                </a:solidFill>
              </a:rPr>
              <a:t>DoConnect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1752600" y="2819400"/>
            <a:ext cx="6781800" cy="3023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buClr>
                <a:srgbClr val="442D58"/>
              </a:buClr>
              <a:tabLst>
                <a:tab pos="316865" algn="l"/>
                <a:tab pos="317500" algn="l"/>
              </a:tabLst>
            </a:pPr>
            <a:r>
              <a:rPr lang="en-US"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Mentor :</a:t>
            </a:r>
            <a:r>
              <a:rPr lang="en-US" sz="2800" dirty="0"/>
              <a:t> Javeed Mohammed </a:t>
            </a:r>
            <a:r>
              <a:rPr lang="en-US" sz="2800" dirty="0" err="1"/>
              <a:t>Husnuddin</a:t>
            </a:r>
            <a:endParaRPr lang="en-US" sz="2400" b="1" u="heavy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buClr>
                <a:srgbClr val="442D58"/>
              </a:buClr>
              <a:tabLst>
                <a:tab pos="316865" algn="l"/>
                <a:tab pos="317500" algn="l"/>
              </a:tabLst>
            </a:pPr>
            <a:endParaRPr lang="en-IN" sz="2400" b="1" u="heavy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buClr>
                <a:srgbClr val="442D58"/>
              </a:buClr>
              <a:tabLst>
                <a:tab pos="316865" algn="l"/>
                <a:tab pos="31750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Batch</a:t>
            </a:r>
            <a:r>
              <a:rPr sz="24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Members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50" dirty="0">
              <a:latin typeface="Arial"/>
              <a:cs typeface="Arial"/>
            </a:endParaRPr>
          </a:p>
          <a:p>
            <a:pPr marL="312420" indent="-255270">
              <a:lnSpc>
                <a:spcPts val="2105"/>
              </a:lnSpc>
              <a:spcBef>
                <a:spcPts val="5"/>
              </a:spcBef>
              <a:buAutoNum type="arabicPeriod"/>
              <a:tabLst>
                <a:tab pos="313055" algn="l"/>
              </a:tabLst>
            </a:pPr>
            <a:r>
              <a:rPr lang="en-US" spc="-30" dirty="0" err="1">
                <a:latin typeface="Arial MT"/>
                <a:cs typeface="Arial MT"/>
              </a:rPr>
              <a:t>Ayush</a:t>
            </a:r>
            <a:r>
              <a:rPr lang="en-US" spc="-30" dirty="0">
                <a:latin typeface="Arial MT"/>
                <a:cs typeface="Arial MT"/>
              </a:rPr>
              <a:t> Raj</a:t>
            </a:r>
            <a:endParaRPr sz="1800" dirty="0">
              <a:latin typeface="Arial MT"/>
              <a:cs typeface="Arial MT"/>
            </a:endParaRPr>
          </a:p>
          <a:p>
            <a:pPr marL="312420" indent="-255270">
              <a:lnSpc>
                <a:spcPts val="2050"/>
              </a:lnSpc>
              <a:buAutoNum type="arabicPeriod"/>
              <a:tabLst>
                <a:tab pos="313055" algn="l"/>
              </a:tabLst>
            </a:pPr>
            <a:r>
              <a:rPr lang="en-US" spc="-5" dirty="0">
                <a:latin typeface="Arial MT"/>
                <a:cs typeface="Arial MT"/>
              </a:rPr>
              <a:t>Akhila Kommana</a:t>
            </a:r>
            <a:endParaRPr sz="1800" dirty="0">
              <a:latin typeface="Arial MT"/>
              <a:cs typeface="Arial MT"/>
            </a:endParaRPr>
          </a:p>
          <a:p>
            <a:pPr marL="312420" indent="-255270">
              <a:lnSpc>
                <a:spcPts val="2050"/>
              </a:lnSpc>
              <a:buAutoNum type="arabicPeriod"/>
              <a:tabLst>
                <a:tab pos="313055" algn="l"/>
              </a:tabLst>
            </a:pPr>
            <a:r>
              <a:rPr lang="en-US" spc="-5" dirty="0">
                <a:latin typeface="Arial MT"/>
                <a:cs typeface="Arial MT"/>
              </a:rPr>
              <a:t>Ankit Vishwakarma</a:t>
            </a:r>
            <a:endParaRPr sz="1800" dirty="0">
              <a:latin typeface="Arial MT"/>
              <a:cs typeface="Arial MT"/>
            </a:endParaRPr>
          </a:p>
          <a:p>
            <a:pPr marL="312420" indent="-255270">
              <a:lnSpc>
                <a:spcPts val="2050"/>
              </a:lnSpc>
              <a:buAutoNum type="arabicPeriod"/>
              <a:tabLst>
                <a:tab pos="313055" algn="l"/>
              </a:tabLst>
            </a:pPr>
            <a:r>
              <a:rPr lang="en-US" sz="1800" spc="-5" dirty="0">
                <a:latin typeface="Arial MT"/>
                <a:cs typeface="Arial MT"/>
              </a:rPr>
              <a:t>Hema Kumar </a:t>
            </a:r>
            <a:r>
              <a:rPr lang="en-US" sz="1800" spc="-5" dirty="0" err="1">
                <a:latin typeface="Arial MT"/>
                <a:cs typeface="Arial MT"/>
              </a:rPr>
              <a:t>Undrajavarapu</a:t>
            </a:r>
            <a:endParaRPr lang="en-US" spc="-5" dirty="0">
              <a:latin typeface="Arial MT"/>
              <a:cs typeface="Arial MT"/>
            </a:endParaRPr>
          </a:p>
          <a:p>
            <a:pPr marL="312420" indent="-255270">
              <a:lnSpc>
                <a:spcPts val="2050"/>
              </a:lnSpc>
              <a:buAutoNum type="arabicPeriod"/>
              <a:tabLst>
                <a:tab pos="313055" algn="l"/>
              </a:tabLst>
            </a:pPr>
            <a:r>
              <a:rPr lang="en-US" sz="1800" spc="-5" dirty="0">
                <a:latin typeface="Arial MT"/>
                <a:cs typeface="Arial MT"/>
              </a:rPr>
              <a:t>Sarika </a:t>
            </a:r>
            <a:r>
              <a:rPr lang="en-US" sz="1800" spc="-5" dirty="0" err="1">
                <a:latin typeface="Arial MT"/>
                <a:cs typeface="Arial MT"/>
              </a:rPr>
              <a:t>Lalam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Problem</a:t>
            </a:r>
            <a:r>
              <a:rPr spc="-50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E1A18A-0607-18B3-D3F4-FD79809FC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DoConnect</a:t>
            </a:r>
            <a:r>
              <a:rPr lang="en-US" dirty="0"/>
              <a:t> </a:t>
            </a:r>
            <a:r>
              <a:rPr lang="en-US" dirty="0" err="1"/>
              <a:t>doConnect</a:t>
            </a:r>
            <a:r>
              <a:rPr lang="en-US" dirty="0"/>
              <a:t> is a popular Q and A form in which techniques questions was asked and answered.</a:t>
            </a:r>
          </a:p>
          <a:p>
            <a:r>
              <a:rPr lang="en-US" dirty="0"/>
              <a:t>To do the above application there are two types of users</a:t>
            </a:r>
          </a:p>
          <a:p>
            <a:pPr marL="0" indent="0">
              <a:buNone/>
            </a:pPr>
            <a:r>
              <a:rPr lang="en-US" dirty="0"/>
              <a:t>     1. User</a:t>
            </a:r>
          </a:p>
          <a:p>
            <a:pPr marL="0" indent="0">
              <a:buNone/>
            </a:pPr>
            <a:r>
              <a:rPr lang="en-US" dirty="0"/>
              <a:t>     2. Admin</a:t>
            </a:r>
          </a:p>
          <a:p>
            <a:pPr marL="12700" marR="5080" indent="0">
              <a:lnSpc>
                <a:spcPts val="2280"/>
              </a:lnSpc>
              <a:buNone/>
            </a:pPr>
            <a:endParaRPr lang="en-US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F794F3-B5B4-6513-5302-457408B5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D86F3-509D-33E8-682F-B7863C96A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sz="2400" dirty="0" err="1"/>
              <a:t>doConnect</a:t>
            </a:r>
            <a:r>
              <a:rPr lang="en-US" sz="2400" dirty="0"/>
              <a:t> is a popular Q n A site for professional and enthusiast technologist in which techniques questions were asked and answered.</a:t>
            </a:r>
          </a:p>
          <a:p>
            <a:pPr algn="just"/>
            <a:r>
              <a:rPr lang="en-US" sz="2400" dirty="0"/>
              <a:t>There are many websites where people can ask and answer their questions like </a:t>
            </a:r>
            <a:r>
              <a:rPr lang="en-US" sz="2400" dirty="0" err="1"/>
              <a:t>StackOverflow</a:t>
            </a:r>
            <a:r>
              <a:rPr lang="en-US" sz="2400" dirty="0"/>
              <a:t>, Quora,  </a:t>
            </a:r>
            <a:r>
              <a:rPr lang="en-US" sz="2400" dirty="0" err="1"/>
              <a:t>AskDev</a:t>
            </a:r>
            <a:r>
              <a:rPr lang="en-US" sz="2400" dirty="0"/>
              <a:t> etc.</a:t>
            </a:r>
          </a:p>
          <a:p>
            <a:pPr algn="just"/>
            <a:r>
              <a:rPr lang="en-US" sz="2400" dirty="0" err="1"/>
              <a:t>doConnect</a:t>
            </a:r>
            <a:r>
              <a:rPr lang="en-US" sz="2400" dirty="0"/>
              <a:t> features questions and answers on a wide range of topics in computer programming.</a:t>
            </a:r>
          </a:p>
          <a:p>
            <a:pPr algn="just"/>
            <a:r>
              <a:rPr lang="en-US" sz="2400" dirty="0"/>
              <a:t>In this project we created a website to provide all the services to the users through online.</a:t>
            </a:r>
          </a:p>
          <a:p>
            <a:pPr algn="just"/>
            <a:r>
              <a:rPr lang="en-US" sz="2400" dirty="0"/>
              <a:t>There are 2 users in this application:</a:t>
            </a:r>
          </a:p>
          <a:p>
            <a:pPr marL="0" indent="0" algn="just">
              <a:buNone/>
            </a:pPr>
            <a:r>
              <a:rPr lang="en-US" sz="2400" dirty="0"/>
              <a:t>       1. User</a:t>
            </a:r>
          </a:p>
          <a:p>
            <a:pPr marL="0" indent="0" algn="just">
              <a:buNone/>
            </a:pPr>
            <a:r>
              <a:rPr lang="en-US" sz="2400" dirty="0"/>
              <a:t>       2.Admin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1900B1-1D8C-F3F8-6B50-5493095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30E5E-B358-4610-1D77-36DD5F3F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err="1"/>
              <a:t>doConnect</a:t>
            </a:r>
            <a:r>
              <a:rPr lang="en-US" dirty="0"/>
              <a:t> is process of posting technical questions and answers.</a:t>
            </a:r>
          </a:p>
          <a:p>
            <a:pPr lvl="0"/>
            <a:r>
              <a:rPr lang="en-US" dirty="0"/>
              <a:t>A user can easily access all the facilities of the Internet to find relevant answers of their technical domain.</a:t>
            </a:r>
          </a:p>
          <a:p>
            <a:pPr lvl="0"/>
            <a:r>
              <a:rPr lang="en-US" dirty="0"/>
              <a:t>Unlike traditional users have to wait till the next day to get their doubt cleared from their respective mentors but now they can easily get the solutions within few minutes</a:t>
            </a:r>
          </a:p>
          <a:p>
            <a:pPr lvl="0"/>
            <a:r>
              <a:rPr lang="en-US" dirty="0"/>
              <a:t>To achieve this we used Java Full Stack to develop an project called </a:t>
            </a:r>
            <a:r>
              <a:rPr lang="en-US" dirty="0" err="1"/>
              <a:t>doConnect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We used angular for developing the frontend part and java spring boot for backend and to store the data we used MySQL.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5C087-8AED-2465-BF63-58F6A6AD7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Objective of the project </a:t>
            </a:r>
            <a:r>
              <a:rPr lang="en-US" dirty="0" err="1"/>
              <a:t>DoConnect</a:t>
            </a:r>
            <a:r>
              <a:rPr lang="en-US" dirty="0"/>
              <a:t> is to create a simple Online platform where users can find answers for their questions with the experts approval.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0AEC65-BABB-F92B-D694-F245DBDF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 of User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E14F2-6B28-44C5-F686-19E909B5A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User should be able to login, Logout and Register into the application.</a:t>
            </a:r>
          </a:p>
          <a:p>
            <a:r>
              <a:rPr lang="en-US" dirty="0"/>
              <a:t>User I should be able to ask any question under any topic </a:t>
            </a:r>
          </a:p>
          <a:p>
            <a:r>
              <a:rPr lang="en-US" dirty="0"/>
              <a:t>User should be able to search the question on any string written in search box</a:t>
            </a:r>
          </a:p>
          <a:p>
            <a:r>
              <a:rPr lang="en-US" dirty="0"/>
              <a:t>User should be able to Answer any question asked</a:t>
            </a:r>
          </a:p>
          <a:p>
            <a:r>
              <a:rPr lang="en-US" dirty="0"/>
              <a:t>User should be able to answer more than one question and more than one time</a:t>
            </a:r>
          </a:p>
          <a:p>
            <a:r>
              <a:rPr lang="en-US" dirty="0"/>
              <a:t>User should be able to chat with other users. </a:t>
            </a:r>
          </a:p>
          <a:p>
            <a:r>
              <a:rPr lang="en-US" dirty="0"/>
              <a:t>User should be able to upload images to refer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2316D7-B82A-ED75-D139-0285E219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 of Admin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3B338-4772-316D-FA4E-4A82428A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Admin should be able to login, Logout and Register into the application.</a:t>
            </a:r>
          </a:p>
          <a:p>
            <a:r>
              <a:rPr lang="en-US" dirty="0"/>
              <a:t> Admin should be able to get mail as soon as any new Question is asked or any Answers given. </a:t>
            </a:r>
          </a:p>
          <a:p>
            <a:r>
              <a:rPr lang="en-US" dirty="0"/>
              <a:t>Admin should be able to approve the question and Answer. Any Question or Answer will be visible on the platform only if it is approved.</a:t>
            </a:r>
          </a:p>
          <a:p>
            <a:r>
              <a:rPr lang="en-US" dirty="0"/>
              <a:t>Admin should be able to delete inappropriate Questions or Answers.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5DC8-EE35-3411-CA9F-27C9E0D7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E4664-1E8A-3815-5652-717E5AD22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and Languages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3821-A717-1039-5295-46B96AD69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Technologies:</a:t>
            </a:r>
          </a:p>
          <a:p>
            <a:pPr marL="0" indent="0">
              <a:buNone/>
            </a:pPr>
            <a:r>
              <a:rPr lang="en-US" dirty="0"/>
              <a:t>        -Angular</a:t>
            </a:r>
          </a:p>
          <a:p>
            <a:pPr marL="0" indent="0">
              <a:buNone/>
            </a:pPr>
            <a:r>
              <a:rPr lang="en-US" dirty="0"/>
              <a:t>       -Spring Boot</a:t>
            </a:r>
          </a:p>
          <a:p>
            <a:r>
              <a:rPr lang="en-US" dirty="0"/>
              <a:t>Languages:</a:t>
            </a:r>
          </a:p>
          <a:p>
            <a:pPr marL="0" indent="0">
              <a:buNone/>
            </a:pPr>
            <a:r>
              <a:rPr lang="en-US" dirty="0"/>
              <a:t>       -TypeScript</a:t>
            </a:r>
          </a:p>
          <a:p>
            <a:pPr marL="0" indent="0">
              <a:buNone/>
            </a:pPr>
            <a:r>
              <a:rPr lang="en-US" dirty="0"/>
              <a:t>       -Java</a:t>
            </a:r>
          </a:p>
          <a:p>
            <a:pPr marL="0" indent="0">
              <a:buNone/>
            </a:pPr>
            <a:r>
              <a:rPr lang="en-US" dirty="0"/>
              <a:t>       -SQL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45179-0473-27F6-60D1-632B6D509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IDE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7406D-EBC4-3090-B36D-30971A13D2E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Visual Studio Code</a:t>
            </a:r>
          </a:p>
          <a:p>
            <a:r>
              <a:rPr lang="en-US" dirty="0"/>
              <a:t>Spring Tool Suite</a:t>
            </a:r>
          </a:p>
          <a:p>
            <a:r>
              <a:rPr lang="en-US" dirty="0" err="1"/>
              <a:t>MySql</a:t>
            </a:r>
            <a:r>
              <a:rPr lang="en-US" dirty="0"/>
              <a:t> Workbench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861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5933-0A34-D6FB-9E09-146E921C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D6BB52-37F3-6DC6-0ECF-20852D3D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 : Windows 7/8/10/11 OR MacOS X .</a:t>
            </a:r>
          </a:p>
          <a:p>
            <a:r>
              <a:rPr lang="en-US" dirty="0"/>
              <a:t>Processor : Intel or AMD dual core x86 processor.</a:t>
            </a:r>
          </a:p>
          <a:p>
            <a:r>
              <a:rPr lang="en-IN" dirty="0"/>
              <a:t>RAM : 2GB or more.</a:t>
            </a:r>
          </a:p>
          <a:p>
            <a:r>
              <a:rPr lang="en-IN" dirty="0"/>
              <a:t>Hard disk: 500MB free space or more.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04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991" y="629158"/>
            <a:ext cx="505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Angular</a:t>
            </a:r>
            <a:r>
              <a:rPr spc="-160" dirty="0"/>
              <a:t> </a:t>
            </a:r>
            <a:r>
              <a:rPr spc="-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76" y="1600200"/>
            <a:ext cx="10265664" cy="4468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991" y="629158"/>
            <a:ext cx="505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Angular</a:t>
            </a:r>
            <a:r>
              <a:rPr spc="-16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072" y="1852625"/>
            <a:ext cx="5283835" cy="4262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Arial"/>
                <a:cs typeface="Arial"/>
              </a:rPr>
              <a:t>There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are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main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eight</a:t>
            </a:r>
            <a:r>
              <a:rPr sz="2200" b="1" spc="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blocks</a:t>
            </a:r>
            <a:r>
              <a:rPr sz="2200" b="1" spc="2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of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Angular:</a:t>
            </a:r>
            <a:endParaRPr sz="22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825"/>
              </a:spcBef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Module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Component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5"/>
              </a:spcBef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Metadata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5"/>
              </a:spcBef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spc="-25" dirty="0">
                <a:latin typeface="Arial MT"/>
                <a:cs typeface="Arial MT"/>
              </a:rPr>
              <a:t>Template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spc="-5" dirty="0">
                <a:latin typeface="Arial MT"/>
                <a:cs typeface="Arial MT"/>
              </a:rPr>
              <a:t>Data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Binding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5"/>
              </a:spcBef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Service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Directive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42D58"/>
              </a:buClr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buClr>
                <a:srgbClr val="442D58"/>
              </a:buClr>
              <a:buChar char="•"/>
              <a:tabLst>
                <a:tab pos="316865" algn="l"/>
                <a:tab pos="317500" algn="l"/>
              </a:tabLst>
            </a:pPr>
            <a:r>
              <a:rPr sz="1700" dirty="0">
                <a:latin typeface="Arial MT"/>
                <a:cs typeface="Arial MT"/>
              </a:rPr>
              <a:t>Dependency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Injection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072" y="639826"/>
            <a:ext cx="5318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SpringBoot</a:t>
            </a:r>
            <a:r>
              <a:rPr sz="3600" spc="-175" dirty="0"/>
              <a:t> </a:t>
            </a:r>
            <a:r>
              <a:rPr sz="3600" dirty="0"/>
              <a:t>Architecture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319251"/>
            <a:ext cx="9982200" cy="47767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2" y="1350654"/>
            <a:ext cx="96011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/>
              <a:t>Spring Boot Architecture</a:t>
            </a:r>
            <a:endParaRPr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34454-FC64-C2AD-71D0-385757260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Spring Boot consists of the following four layers:</a:t>
            </a:r>
          </a:p>
          <a:p>
            <a:pPr marL="0" indent="0">
              <a:buNone/>
            </a:pPr>
            <a:r>
              <a:rPr lang="en-US" dirty="0"/>
              <a:t>-Presentation Layer: Authentication and JSON Translation.</a:t>
            </a:r>
          </a:p>
          <a:p>
            <a:pPr marL="0" indent="0">
              <a:buNone/>
            </a:pPr>
            <a:r>
              <a:rPr lang="en-US" dirty="0"/>
              <a:t>-Business Layer : Business Logic, Validation and Authorization.</a:t>
            </a:r>
          </a:p>
          <a:p>
            <a:pPr marL="0" indent="0">
              <a:buNone/>
            </a:pPr>
            <a:r>
              <a:rPr lang="en-US" dirty="0"/>
              <a:t>-Persistence Layer : Storage Logic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-Database Layer: Actual Database.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563" y="639826"/>
            <a:ext cx="5749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Micro</a:t>
            </a:r>
            <a:r>
              <a:rPr sz="3600" spc="-40" dirty="0"/>
              <a:t> </a:t>
            </a:r>
            <a:r>
              <a:rPr sz="3600" dirty="0"/>
              <a:t>service</a:t>
            </a:r>
            <a:r>
              <a:rPr sz="3600" spc="-185" dirty="0"/>
              <a:t> </a:t>
            </a:r>
            <a:r>
              <a:rPr sz="3600" dirty="0"/>
              <a:t>Architecture</a:t>
            </a:r>
            <a:endParaRPr sz="3600"/>
          </a:p>
        </p:txBody>
      </p:sp>
      <p:pic>
        <p:nvPicPr>
          <p:cNvPr id="4" name="Picture 2" descr="5 Awesome Books to Learn Spring Boot, Microservices, and Spring Cloud for  Java developers - DEV Community">
            <a:extLst>
              <a:ext uri="{FF2B5EF4-FFF2-40B4-BE49-F238E27FC236}">
                <a16:creationId xmlns:a16="http://schemas.microsoft.com/office/drawing/2014/main" id="{FC90FC0E-CD20-BF9C-6A63-73C14A7E7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752600"/>
            <a:ext cx="8991600" cy="430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Micro</a:t>
            </a:r>
            <a:r>
              <a:rPr spc="-10" dirty="0"/>
              <a:t> </a:t>
            </a:r>
            <a:r>
              <a:rPr spc="-5" dirty="0"/>
              <a:t>service</a:t>
            </a:r>
            <a:r>
              <a:rPr spc="-14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8A1C7-B321-5BCB-33D1-49C362A7A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-Typically, microservices are used to speed up application development.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-Microservices architecture built using Java are common, especially Spring Boot ones.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563" y="639826"/>
            <a:ext cx="504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Data</a:t>
            </a:r>
            <a:r>
              <a:rPr sz="3600" spc="-30" dirty="0"/>
              <a:t> </a:t>
            </a:r>
            <a:r>
              <a:rPr sz="3600" spc="-5" dirty="0"/>
              <a:t>Base</a:t>
            </a:r>
            <a:r>
              <a:rPr sz="3600" spc="-165" dirty="0"/>
              <a:t> </a:t>
            </a:r>
            <a:r>
              <a:rPr sz="3600" dirty="0"/>
              <a:t>Architecture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371600"/>
            <a:ext cx="6858000" cy="4469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A2F4CB-8F24-C194-A2E9-9401FB3D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4EA03-3A50-BD7C-2C61-AEA64652F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Entities include in the database</a:t>
            </a:r>
          </a:p>
          <a:p>
            <a:pPr marL="0" indent="0">
              <a:buNone/>
            </a:pPr>
            <a:r>
              <a:rPr lang="en-US" dirty="0"/>
              <a:t>-User</a:t>
            </a:r>
          </a:p>
          <a:p>
            <a:pPr marL="0" indent="0">
              <a:buNone/>
            </a:pPr>
            <a:r>
              <a:rPr lang="en-US" dirty="0"/>
              <a:t>-Admin</a:t>
            </a:r>
          </a:p>
          <a:p>
            <a:pPr marL="0" indent="0">
              <a:buNone/>
            </a:pPr>
            <a:r>
              <a:rPr lang="en-US" dirty="0"/>
              <a:t>-Question</a:t>
            </a:r>
          </a:p>
          <a:p>
            <a:pPr marL="0" indent="0">
              <a:buNone/>
            </a:pPr>
            <a:r>
              <a:rPr lang="en-US" dirty="0"/>
              <a:t>-Answer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803" y="629158"/>
            <a:ext cx="4352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Total</a:t>
            </a:r>
            <a:r>
              <a:rPr spc="-30" dirty="0"/>
              <a:t> </a:t>
            </a:r>
            <a:r>
              <a:rPr spc="-5" dirty="0"/>
              <a:t>Project</a:t>
            </a:r>
            <a:r>
              <a:rPr spc="-10" dirty="0"/>
              <a:t> </a:t>
            </a:r>
            <a:r>
              <a:rPr spc="-25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1752600"/>
            <a:ext cx="9945623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450E2C-D8BF-3386-4C88-EECA61F1F5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133600" y="304800"/>
            <a:ext cx="9601200" cy="1303337"/>
          </a:xfrm>
        </p:spPr>
        <p:txBody>
          <a:bodyPr/>
          <a:lstStyle/>
          <a:p>
            <a:r>
              <a:rPr lang="en-US" dirty="0"/>
              <a:t>Use Case Diagram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4B7704-99E2-9424-F2B5-F9E7236D9C3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71600"/>
            <a:ext cx="6705600" cy="47244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3E23F1-D3A2-67DE-AEE1-06D2CC03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9030B-0421-09A8-9AAE-9DD1B14E3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Technologies used in front end:</a:t>
            </a:r>
          </a:p>
          <a:p>
            <a:pPr marL="0" indent="0">
              <a:buNone/>
            </a:pPr>
            <a:r>
              <a:rPr lang="en-US" dirty="0"/>
              <a:t>-Angular</a:t>
            </a:r>
          </a:p>
          <a:p>
            <a:pPr marL="0" indent="0">
              <a:buNone/>
            </a:pPr>
            <a:r>
              <a:rPr lang="en-US" dirty="0"/>
              <a:t>-Ng-Zorro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Back</a:t>
            </a:r>
            <a:r>
              <a:rPr spc="-20" dirty="0"/>
              <a:t>e</a:t>
            </a:r>
            <a:r>
              <a:rPr spc="-5" dirty="0"/>
              <a:t>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0685-5110-5C19-B3E5-018F71A7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Technologies Used:</a:t>
            </a:r>
          </a:p>
          <a:p>
            <a:r>
              <a:rPr lang="en-US" dirty="0"/>
              <a:t>Spring Boot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JWT</a:t>
            </a:r>
          </a:p>
          <a:p>
            <a:r>
              <a:rPr lang="en-US" dirty="0"/>
              <a:t>Hibernate</a:t>
            </a:r>
          </a:p>
          <a:p>
            <a:r>
              <a:rPr lang="en-US" dirty="0"/>
              <a:t>SQL</a:t>
            </a:r>
          </a:p>
          <a:p>
            <a:r>
              <a:rPr lang="en-US" dirty="0"/>
              <a:t>Maven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7F38DB-DE96-F56E-5DBE-35A856CEC8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514600" y="529430"/>
            <a:ext cx="9601200" cy="1312863"/>
          </a:xfrm>
        </p:spPr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07F043-8BCC-5F40-E37B-5935167475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676400"/>
            <a:ext cx="8839200" cy="43434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2438400" y="304800"/>
            <a:ext cx="9601200" cy="10017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5"/>
              </a:lnSpc>
              <a:spcBef>
                <a:spcPts val="95"/>
              </a:spcBef>
            </a:pPr>
            <a:endParaRPr spc="-50" dirty="0"/>
          </a:p>
          <a:p>
            <a:pPr marL="12700">
              <a:lnSpc>
                <a:spcPts val="3125"/>
              </a:lnSpc>
            </a:pPr>
            <a:r>
              <a:rPr lang="en-US" sz="2800" spc="-10" dirty="0"/>
              <a:t>User Signup</a:t>
            </a:r>
            <a:endParaRPr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9DD178-3AEB-B851-4228-888DF674A81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00200"/>
            <a:ext cx="9067800" cy="42672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2286000" y="457200"/>
            <a:ext cx="9601200" cy="1257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10"/>
              </a:lnSpc>
              <a:spcBef>
                <a:spcPts val="100"/>
              </a:spcBef>
            </a:pPr>
            <a:endParaRPr sz="3600" dirty="0"/>
          </a:p>
          <a:p>
            <a:pPr marL="12700">
              <a:lnSpc>
                <a:spcPts val="2790"/>
              </a:lnSpc>
            </a:pPr>
            <a:r>
              <a:rPr lang="en-US" sz="2500" spc="-5" dirty="0"/>
              <a:t>ADMIN SIGNUP</a:t>
            </a:r>
            <a:br>
              <a:rPr lang="en-US" sz="2500" spc="-5" dirty="0"/>
            </a:br>
            <a:endParaRPr sz="25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3F23EA-24E7-26F6-2F2C-8A2AA0E187B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524000"/>
            <a:ext cx="8915400" cy="44958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2971800" y="228600"/>
            <a:ext cx="9601200" cy="10017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5"/>
              </a:lnSpc>
              <a:spcBef>
                <a:spcPts val="95"/>
              </a:spcBef>
            </a:pPr>
            <a:endParaRPr spc="-50" dirty="0"/>
          </a:p>
          <a:p>
            <a:pPr marL="12700">
              <a:lnSpc>
                <a:spcPts val="3125"/>
              </a:lnSpc>
            </a:pPr>
            <a:r>
              <a:rPr lang="en-US" sz="2800" spc="-10" dirty="0"/>
              <a:t>Admin Login</a:t>
            </a:r>
            <a:endParaRPr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0634E5-8663-D8F7-5842-98D560C7A78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524000"/>
            <a:ext cx="8534400" cy="43434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7206" y="228600"/>
            <a:ext cx="9601200" cy="10017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5"/>
              </a:lnSpc>
              <a:spcBef>
                <a:spcPts val="95"/>
              </a:spcBef>
            </a:pPr>
            <a:endParaRPr spc="-50" dirty="0"/>
          </a:p>
          <a:p>
            <a:pPr marL="12700">
              <a:lnSpc>
                <a:spcPts val="3125"/>
              </a:lnSpc>
            </a:pPr>
            <a:r>
              <a:rPr sz="2800" spc="-10" dirty="0"/>
              <a:t>USER </a:t>
            </a:r>
            <a:r>
              <a:rPr sz="2800" spc="-5" dirty="0"/>
              <a:t>FUNCTIONALITES</a:t>
            </a:r>
            <a:r>
              <a:rPr sz="2800" spc="45" dirty="0"/>
              <a:t> </a:t>
            </a:r>
            <a:r>
              <a:rPr sz="2800" spc="-5" dirty="0"/>
              <a:t>–</a:t>
            </a:r>
            <a:r>
              <a:rPr sz="2800" spc="-15" dirty="0"/>
              <a:t> </a:t>
            </a:r>
            <a:r>
              <a:rPr lang="en-US" sz="2000" spc="-5" dirty="0"/>
              <a:t>View approved questions and answers</a:t>
            </a:r>
            <a:endParaRPr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A0B5F2-5948-FFD2-48D9-94AC1EFCB1D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76400"/>
            <a:ext cx="8991600" cy="4267200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981200" y="228600"/>
            <a:ext cx="9601200" cy="950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70"/>
              </a:lnSpc>
              <a:spcBef>
                <a:spcPts val="100"/>
              </a:spcBef>
            </a:pPr>
            <a:endParaRPr sz="3600" dirty="0"/>
          </a:p>
          <a:p>
            <a:pPr marL="12700">
              <a:lnSpc>
                <a:spcPts val="3229"/>
              </a:lnSpc>
            </a:pPr>
            <a:r>
              <a:rPr lang="en-US" sz="2900" dirty="0"/>
              <a:t>Page to post the Question</a:t>
            </a:r>
            <a:endParaRPr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09F77D-D678-B554-30F1-24963A5DBEE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28800"/>
            <a:ext cx="8915399" cy="4003675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9659B7-AE80-CB53-2D4C-5E9734CE2D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219200" y="457200"/>
            <a:ext cx="9601200" cy="1303337"/>
          </a:xfrm>
        </p:spPr>
        <p:txBody>
          <a:bodyPr/>
          <a:lstStyle/>
          <a:p>
            <a:r>
              <a:rPr lang="en-US" dirty="0"/>
              <a:t>List of questions posted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AF220D-7D25-516A-57B1-08B780BD8DB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828800"/>
            <a:ext cx="9220200" cy="4079875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4BFEAE-E392-C595-DA28-EB1131F6D0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143000" y="457200"/>
            <a:ext cx="9601200" cy="1303338"/>
          </a:xfrm>
        </p:spPr>
        <p:txBody>
          <a:bodyPr/>
          <a:lstStyle/>
          <a:p>
            <a:r>
              <a:rPr lang="en-US" dirty="0"/>
              <a:t>List of Answers posted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C1EE5B-ACE1-B91C-02DA-9967C471BE5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60539"/>
            <a:ext cx="8382000" cy="4177634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D3283A-47C4-2B33-E448-9B28F60F44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533400" y="330993"/>
            <a:ext cx="9601200" cy="1303337"/>
          </a:xfrm>
        </p:spPr>
        <p:txBody>
          <a:bodyPr/>
          <a:lstStyle/>
          <a:p>
            <a:r>
              <a:rPr lang="en-US" dirty="0"/>
              <a:t>STRUCTURE OF BACKEND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7AF318-D313-7EDF-1C86-77D3615AD73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34330"/>
            <a:ext cx="8763000" cy="446167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371600" y="457200"/>
            <a:ext cx="9601200" cy="13033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Structure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Frontend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58BF23-F668-9363-7A98-308AAD8EE1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676400"/>
            <a:ext cx="8305800" cy="441960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FAFC-300F-5D16-4866-76944941C9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514600" y="533400"/>
            <a:ext cx="9601200" cy="1303337"/>
          </a:xfrm>
        </p:spPr>
        <p:txBody>
          <a:bodyPr/>
          <a:lstStyle/>
          <a:p>
            <a:r>
              <a:rPr lang="en-US" dirty="0"/>
              <a:t>Database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2041E-BF09-3A56-7E50-95BAAC6BD6B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76400"/>
            <a:ext cx="8839199" cy="4343400"/>
          </a:xfrm>
        </p:spPr>
      </p:pic>
    </p:spTree>
    <p:extLst>
      <p:ext uri="{BB962C8B-B14F-4D97-AF65-F5344CB8AC3E}">
        <p14:creationId xmlns:p14="http://schemas.microsoft.com/office/powerpoint/2010/main" val="1805308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E7D992E-6C4A-2774-22DB-AA07DF2BC9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291B75-55C2-47E8-D59E-0C2342FF7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119</TotalTime>
  <Words>709</Words>
  <Application>Microsoft Office PowerPoint</Application>
  <PresentationFormat>Widescreen</PresentationFormat>
  <Paragraphs>133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Arial MT</vt:lpstr>
      <vt:lpstr>Garamond</vt:lpstr>
      <vt:lpstr>Organic</vt:lpstr>
      <vt:lpstr>PowerPoint Presentation</vt:lpstr>
      <vt:lpstr>   DoConnect</vt:lpstr>
      <vt:lpstr>Problem Statement</vt:lpstr>
      <vt:lpstr>Introduction</vt:lpstr>
      <vt:lpstr>Introduction</vt:lpstr>
      <vt:lpstr>Objectives</vt:lpstr>
      <vt:lpstr>Functional requirements of User</vt:lpstr>
      <vt:lpstr>Functional Requirements of Admin</vt:lpstr>
      <vt:lpstr>Software Requirements</vt:lpstr>
      <vt:lpstr>Hardware Requirements</vt:lpstr>
      <vt:lpstr>Angular Architecture</vt:lpstr>
      <vt:lpstr>Angular Architecture</vt:lpstr>
      <vt:lpstr>SpringBoot Architecture</vt:lpstr>
      <vt:lpstr>Spring Boot Architecture</vt:lpstr>
      <vt:lpstr>Micro service Architecture</vt:lpstr>
      <vt:lpstr>Micro service Architecture</vt:lpstr>
      <vt:lpstr>Data Base Architecture</vt:lpstr>
      <vt:lpstr>Database Structure</vt:lpstr>
      <vt:lpstr>Total Project View</vt:lpstr>
      <vt:lpstr>Use Case Diagram</vt:lpstr>
      <vt:lpstr>Front End</vt:lpstr>
      <vt:lpstr>Backend</vt:lpstr>
      <vt:lpstr>RESULTS</vt:lpstr>
      <vt:lpstr> User Signup</vt:lpstr>
      <vt:lpstr> ADMIN SIGNUP </vt:lpstr>
      <vt:lpstr> Admin Login</vt:lpstr>
      <vt:lpstr> USER FUNCTIONALITES – View approved questions and answers</vt:lpstr>
      <vt:lpstr> Page to post the Question</vt:lpstr>
      <vt:lpstr>List of questions posted</vt:lpstr>
      <vt:lpstr>List of Answers posted</vt:lpstr>
      <vt:lpstr>STRUCTURE OF BACKEND</vt:lpstr>
      <vt:lpstr>Structure Of Frontend</vt:lpstr>
      <vt:lpstr>Database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Akhila Kommana</dc:creator>
  <cp:lastModifiedBy>Akhila Kommana</cp:lastModifiedBy>
  <cp:revision>5</cp:revision>
  <dcterms:created xsi:type="dcterms:W3CDTF">2022-07-16T11:08:51Z</dcterms:created>
  <dcterms:modified xsi:type="dcterms:W3CDTF">2022-07-17T03:17:29Z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2022-07-16T00:00:00Z</vt:filetime>
  </property>
</Properties>
</file>